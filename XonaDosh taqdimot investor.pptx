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probl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solu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compe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a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t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